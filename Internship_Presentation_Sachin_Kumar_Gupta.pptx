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008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home/claude/work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96112"/>
            <a:ext cx="2322576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·  U.P.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· 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137160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ShopEase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Responsive E-Commerce Website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32461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front-end development internship — building a multi-page e-commerce front-end with category filters, keyword search, a persistent cart, and a working contact form.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206240" y="48920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1F3A66"/>
          </a:solidFill>
          <a:ln w="12700">
            <a:solidFill>
              <a:srgbClr val="3451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70832" y="50200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370832" y="527608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Sachin Kumar Gupta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370832" y="59253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25SCS1003003494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66560" y="48920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1F3A66"/>
          </a:solidFill>
          <a:ln w="12700">
            <a:solidFill>
              <a:srgbClr val="3451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31152" y="50200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931152" y="527608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B.Tech CSE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931152" y="59253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Semester · Batch 2025–2029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326880" y="48920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1F3A66"/>
          </a:solidFill>
          <a:ln w="12700">
            <a:solidFill>
              <a:srgbClr val="3451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91472" y="50200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491472" y="527608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9491472" y="59253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 · 01 Aug – 05 Sep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 ·   ABOUT THE INTERNSHIP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spent the summer.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one-month, AICTE &amp; ICAC approved Web Developer Internship run through the National Internship Portal — hosted by an ed-tech and skill-development organization that partners with Google for Education.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6F6F4"/>
          </a:solidFill>
          <a:ln w="12700">
            <a:solidFill>
              <a:srgbClr val="E1E3E8"/>
            </a:solidFill>
            <a:prstDash val="solid"/>
          </a:ln>
          <a:effectLst>
            <a:outerShdw sx="100000" sy="100000" kx="0" ky="0" algn="bl" rotWithShape="0" blurRad="127000" dist="38100" dir="5400000">
              <a:srgbClr val="9098A8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ORGANIZATION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529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64992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ed-tech and skill-development organization that partners with the National Internship Portal (an initiative under the Ministry of Education) to deliver AICTE &amp; ICAC approved internship programs to engineering and technology students across India.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348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association with Google for Education, Codec conducts structured, mentor-guided internship programs in Web Development, Data Science, Machine Learning and Cybersecurity.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5303520"/>
            <a:ext cx="4434840" cy="658368"/>
          </a:xfrm>
          <a:prstGeom prst="roundRect">
            <a:avLst>
              <a:gd name="adj" fmla="val 8333"/>
            </a:avLst>
          </a:prstGeom>
          <a:solidFill>
            <a:srgbClr val="12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8408" y="5431536"/>
            <a:ext cx="129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domains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5705856"/>
            <a:ext cx="129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Data · ML · Cyber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456688" y="5431536"/>
            <a:ext cx="129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56688" y="5705856"/>
            <a:ext cx="129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ICAC approved program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934968" y="5431536"/>
            <a:ext cx="129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4968" y="5705856"/>
            <a:ext cx="129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 Partner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97880" y="2286000"/>
            <a:ext cx="5193792" cy="3886200"/>
          </a:xfrm>
          <a:prstGeom prst="roundRect">
            <a:avLst>
              <a:gd name="adj" fmla="val 1882"/>
            </a:avLst>
          </a:prstGeom>
          <a:solidFill>
            <a:srgbClr val="1223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56032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PROGRAM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52928"/>
            <a:ext cx="4553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Developer</a:t>
            </a:r>
            <a:endParaRPr lang="en-US" sz="2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886200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105656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453128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672584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 ·  01 Aug – 05 Sep 2026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5020056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5239512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theoretical classroom knowledge to practical, project-based learning through real development workflows, coding best practices, and modern front-end frameworks.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 ·   PROJECT DESCRIPTION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— and why.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73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93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first-time online sellers struggle to showcase products without investing in a heavy, expensive e-commerce platform. Beginner templates are often not responsive, lack a working cart, or do not let users search and filter efficiently.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048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a lightweight, responsive e-commerce front-end that lets visitors browse, search, filter, and add items to a cart — with cart data persisting across reloads, without a heavy back-end.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08676" cy="3200400"/>
          </a:xfrm>
          <a:prstGeom prst="roundRect">
            <a:avLst>
              <a:gd name="adj" fmla="val 2286"/>
            </a:avLst>
          </a:prstGeom>
          <a:solidFill>
            <a:srgbClr val="F6F6F4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18688"/>
            <a:ext cx="4768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PROJECT OBJECTIVES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9300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concrete goals.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776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77640"/>
            <a:ext cx="4357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clean, responsive, multi-page website across desktop, tablet, mobile.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113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311396"/>
            <a:ext cx="4357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product listing with category-based filtering &amp; keyword search.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451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645152"/>
            <a:ext cx="4357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cart: add, update quantity, remove items.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9789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78908"/>
            <a:ext cx="4357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cart data across page reloads using browser localStorage.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126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312664"/>
            <a:ext cx="4357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of a working contact / enquiry form.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64642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646420"/>
            <a:ext cx="4357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HTML, good coding practices, Git/GitHub version control.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231636" y="3017520"/>
            <a:ext cx="5408676" cy="3200400"/>
          </a:xfrm>
          <a:prstGeom prst="roundRect">
            <a:avLst>
              <a:gd name="adj" fmla="val 2286"/>
            </a:avLst>
          </a:prstGeom>
          <a:solidFill>
            <a:srgbClr val="F6F6F4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1676" y="3218688"/>
            <a:ext cx="4768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SCOPE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51676" y="349300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Front-end, intentionally.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551676" y="3977640"/>
            <a:ext cx="47685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limited to the front-end of an e-commerce website — covering a home page, product listing with filter &amp; search, product detail view, cart page, and contact page.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51676" y="489204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E3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Static/local JSON simulates the catalogue rather than connecting to a live back-end or payment gateway, since the focus was front-end development, responsive design, and client-side logic.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51676" y="562356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back-end, database &amp; payment gateway are flagged as natural extensions beyond the internship.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 ·   TECHNOLOGIES &amp;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&amp; system architecture.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client-side, layered architecture — built entirely on industry-standard front-end tools, versioned through Git/GitHub.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6F6F4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671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2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TECH STACK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414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technologies &amp; tools.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926080"/>
          <a:ext cx="4617720" cy="29718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783080"/>
              </a:tblGrid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Markup &amp; Styling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structure &amp; responsive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(ES6)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Cart, search, form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product catalogue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 cart across sessions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&amp; 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Source-code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Chrome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36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&amp;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080760" y="1965960"/>
            <a:ext cx="5559552" cy="4160520"/>
          </a:xfrm>
          <a:prstGeom prst="roundRect">
            <a:avLst>
              <a:gd name="adj" fmla="val 1758"/>
            </a:avLst>
          </a:prstGeom>
          <a:solidFill>
            <a:srgbClr val="1223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73368" y="216712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SYSTEM ARCHITECTURE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373368" y="2441448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client-side.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97396" y="2788920"/>
            <a:ext cx="4526280" cy="2559672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</p:spPr>
      </p:sp>
      <p:pic>
        <p:nvPicPr>
          <p:cNvPr id="13" name="Image 0" descr="/home/claude/work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8836" y="2880360"/>
            <a:ext cx="4343400" cy="23767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73368" y="5421744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— System Architecture of ShopEase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373368" y="5677776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 </a:t>
            </a:r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→ Design → Development → Testing → Refinement &amp; Deployment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 ·   OUTCOMES &amp;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take away.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deliverables, hands-on proficiency in industry-standard tools, and a structured workflow that carries into the next project.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145536" cy="1051560"/>
          </a:xfrm>
          <a:prstGeom prst="roundRect">
            <a:avLst>
              <a:gd name="adj" fmla="val 6957"/>
            </a:avLst>
          </a:prstGeom>
          <a:solidFill>
            <a:srgbClr val="1F3A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16712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41448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responsive, multi-page e-commerce front-end that works across devices.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895344" y="2057400"/>
            <a:ext cx="3145536" cy="1051560"/>
          </a:xfrm>
          <a:prstGeom prst="roundRect">
            <a:avLst>
              <a:gd name="adj" fmla="val 6957"/>
            </a:avLst>
          </a:prstGeom>
          <a:solidFill>
            <a:srgbClr val="1F3A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59936" y="216712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59936" y="2441448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shopping cart with add / update / remove, persisted via localStorage.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3145536" cy="1051560"/>
          </a:xfrm>
          <a:prstGeom prst="roundRect">
            <a:avLst>
              <a:gd name="adj" fmla="val 6957"/>
            </a:avLst>
          </a:prstGeom>
          <a:solidFill>
            <a:srgbClr val="1F3A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41985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694176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and filterable product listing page.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895344" y="3310128"/>
            <a:ext cx="3145536" cy="1051560"/>
          </a:xfrm>
          <a:prstGeom prst="roundRect">
            <a:avLst>
              <a:gd name="adj" fmla="val 6957"/>
            </a:avLst>
          </a:prstGeom>
          <a:solidFill>
            <a:srgbClr val="1F3A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59936" y="341985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59936" y="3694176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proficiency in HTML5, CSS3, Bootstrap, and JavaScript (ES6).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562856"/>
            <a:ext cx="3145536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6725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946904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Git/GitHub version control and a structured development workflow.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895344" y="4562856"/>
            <a:ext cx="3145536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059936" y="46725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059936" y="50932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questions, feedback &amp; discussion.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51192" y="2388870"/>
            <a:ext cx="4498848" cy="2894076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pic>
        <p:nvPicPr>
          <p:cNvPr id="24" name="Image 0" descr="/home/claude/work/certificate_hire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498598"/>
            <a:ext cx="4279392" cy="26746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2026-09-07T09:13:46Z</dcterms:created>
  <dcterms:modified xsi:type="dcterms:W3CDTF">2026-09-07T09:13:46Z</dcterms:modified>
</cp:coreProperties>
</file>